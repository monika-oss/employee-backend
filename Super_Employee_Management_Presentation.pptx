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_MASTER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Employee Management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Prime Vector Private Limited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Submitted by Monika B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EMPLOYEE MANAGEMENT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98DB"/>
                </a:solidFill>
              </a:rPr>
              <a:t>Full Stack Web Development Mini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CF0F1"/>
                </a:solidFill>
              </a:rPr>
              <a:t>Submitted By: Monika 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CF0F1"/>
                </a:solidFill>
              </a:rPr>
              <a:t>Submitted To: Prime Vector Private Limited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495E"/>
                </a:solidFill>
              </a:rPr>
              <a:t>What is it?
</a:t>
            </a:r>
            <a:pPr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A comprehensive, modern web-based application designed to manage employee data, streamline administrative tasks, and provide dedicated self-service portals for both Admins and Employees.
</a:t>
            </a:r>
            <a:pPr indent="0" marL="0">
              <a:buNone/>
            </a:pPr>
            <a:r>
              <a:rPr lang="en-US" sz="2200" b="1" dirty="0">
                <a:solidFill>
                  <a:srgbClr val="34495E"/>
                </a:solidFill>
              </a:rPr>
              <a:t>Key Benefits:
</a:t>
            </a:r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7F8C8D"/>
                </a:solidFill>
              </a:rPr>
              <a:t>• Replaces manual record-keeping with automation.</a:t>
            </a:r>
            <a:endParaRPr lang="en-US" sz="2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7F8C8D"/>
                </a:solidFill>
              </a:rPr>
              <a:t>• High data security &amp; role-based privacy.</a:t>
            </a:r>
            <a:endParaRPr lang="en-US" sz="2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7F8C8D"/>
                </a:solidFill>
              </a:rPr>
              <a:t>• Centralized MySQL database for quick access.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Modules Completed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4495E"/>
                </a:solidFill>
              </a:rPr>
              <a:t> Requirement Analysis &amp; Project Planning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UI/UX Design using HTML, CSS &amp; Bootstrap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Frontend Development with JavaScript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Backend Development using Node.js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Database Design &amp; Integration (MySQL)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Employee Registration &amp; Management Module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Authentication &amp; Role-Based Access Control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Deployment &amp; Cloud Hosting (Vercel)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27432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980B9"/>
                </a:solidFill>
              </a:rPr>
              <a:t>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27432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HTML5, CSS3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Bootstrap, JS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0" y="1828800"/>
            <a:ext cx="27432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Backend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0" y="2377440"/>
            <a:ext cx="27432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Node.js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Express.js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5400"/>
                </a:solidFill>
              </a:rPr>
              <a:t>Database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27432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MySQL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Relational DB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3657600"/>
            <a:ext cx="27432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44AD"/>
                </a:solidFill>
              </a:rPr>
              <a:t>Hosting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0" y="4206240"/>
            <a:ext cx="27432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Vercel (Frontend)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Render (Backend)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System Architecture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2286000" cy="13716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Client Browser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(Vercel)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0" y="2286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495E"/>
                </a:solidFill>
              </a:rPr>
              <a:t>REST API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34495E"/>
                </a:solidFill>
              </a:rPr>
              <a:t>---&gt;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0" y="2286000"/>
            <a:ext cx="2286000" cy="137160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Backend API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(Node.js)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0" y="2286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495E"/>
                </a:solidFill>
              </a:rPr>
              <a:t>Queries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34495E"/>
                </a:solidFill>
              </a:rPr>
              <a:t>---&gt;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0" y="2286000"/>
            <a:ext cx="2286000" cy="137160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MySQL DB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(Database)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Secure Login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4572000" cy="274320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8C8D"/>
                </a:solidFill>
              </a:rPr>
              <a:t>PASTE LOGIN PAGE SCREENSHOT HERE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828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Secure Authentication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Role-Based Access (Admin/Employee)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Database-driven validation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Prevents unauthorized access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Admin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4572000" cy="274320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8C8D"/>
                </a:solidFill>
              </a:rPr>
              <a:t>PASTE ADMIN DASHBOARD SCREENSHOT HERE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828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Centralized Control Panel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Manage complete workforce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Track total employee metrics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Responsive Bootstrap Layout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Employee Self-Service Portal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4572000" cy="2743200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8C8D"/>
                </a:solidFill>
              </a:rPr>
              <a:t>PASTE EMPLOYEE DASHBOARD SCREENSHOT HERE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828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Dedicated personal portal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View job profile securely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Restricted access boundaries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Secure session management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Backend APIs &amp; 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80B9"/>
                </a:solidFill>
              </a:rPr>
              <a:t>Database Tables:
</a:t>
            </a:r>
            <a:pPr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• `users` (id, email, password, role)
• `employees` (id, user_id, first_name, last_name, dept)
</a:t>
            </a:r>
            <a:pPr indent="0" marL="0">
              <a:buNone/>
            </a:pPr>
            <a:r>
              <a:rPr lang="en-US" sz="2200" b="1" dirty="0">
                <a:solidFill>
                  <a:srgbClr val="2980B9"/>
                </a:solidFill>
              </a:rPr>
              <a:t>Node.js Express API:
</a:t>
            </a:r>
            <a:pPr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• Secure RESTful endpoints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• Password hashing (bcryptjs)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• Secure cross-origin requests (CORS)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98DB"/>
                </a:solidFill>
              </a:rPr>
              <a:t>Any Questions?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DC3C7"/>
                </a:solidFill>
              </a:rPr>
              <a:t>Future Scope: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BDC3C7"/>
                </a:solidFill>
              </a:rPr>
              <a:t>Payroll System • Leave Management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Prime Vector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Management System Presentation</dc:title>
  <dc:subject>Employee Management System</dc:subject>
  <dc:creator>Monika B</dc:creator>
  <cp:lastModifiedBy>Monika B</cp:lastModifiedBy>
  <cp:revision>1</cp:revision>
  <dcterms:created xsi:type="dcterms:W3CDTF">2026-06-09T03:27:13Z</dcterms:created>
  <dcterms:modified xsi:type="dcterms:W3CDTF">2026-06-09T03:27:13Z</dcterms:modified>
</cp:coreProperties>
</file>