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Employee Management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943600" y="91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Prime Vector Private Limited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Submitted by Monika B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EMPLOYEE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98DB"/>
                </a:solidFill>
              </a:rPr>
              <a:t>Full Stack Web Development Mini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Submitted By: Monika 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F0F1"/>
                </a:solidFill>
              </a:rPr>
              <a:t>Submitted To: Prime Vector Private Limited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495E"/>
                </a:solidFill>
              </a:rPr>
              <a:t>What is it?
</a:t>
            </a:r>
            <a:pPr indent="0" marL="0">
              <a:buNone/>
            </a:pPr>
            <a:r>
              <a:rPr lang="en-US" sz="1800" dirty="0">
                <a:solidFill>
                  <a:srgbClr val="7F8C8D"/>
                </a:solidFill>
              </a:rPr>
              <a:t>A comprehensive, modern web-based application designed to manage employee data, streamline administrative tasks, and provide dedicated self-service portals for both Admins and Employees.
</a:t>
            </a:r>
            <a:pPr indent="0" marL="0">
              <a:buNone/>
            </a:pPr>
            <a:r>
              <a:rPr lang="en-US" sz="2200" b="1" dirty="0">
                <a:solidFill>
                  <a:srgbClr val="34495E"/>
                </a:solidFill>
              </a:rPr>
              <a:t>Key Benefits:
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7F8C8D"/>
                </a:solidFill>
              </a:rPr>
              <a:t>• Replaces manual record-keeping with automation.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7F8C8D"/>
                </a:solidFill>
              </a:rPr>
              <a:t>• High data security &amp; role-based privacy.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7F8C8D"/>
                </a:solidFill>
              </a:rPr>
              <a:t>• Centralized MySQL database for quick access.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Modules Completed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5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34495E"/>
                </a:solidFill>
              </a:rPr>
              <a:t> Requirement Analysis &amp; Project Planning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UI/UX Design using HTML, CSS &amp; Bootstrap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Frontend Development with JavaScript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Backend Development using Node.js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Database Design &amp; Integration (MySQL)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Employee Registration &amp; Management Module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Authentication &amp; Role-Based Access Control</a:t>
            </a:r>
            <a:pPr indent="0" marL="0">
              <a:lnSpc>
                <a:spcPts val="3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 Deployment &amp; Cloud Hosting (Vercel)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Frontend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2743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HTML5, CSS3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Bootstrap, JS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0" y="18288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Backend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2377440"/>
            <a:ext cx="2743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Node.js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Express.js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5400"/>
                </a:solidFill>
              </a:rPr>
              <a:t>Database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4206240"/>
            <a:ext cx="2743200" cy="7315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MySQL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Relational DB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3657600"/>
            <a:ext cx="2743200" cy="457200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44AD"/>
                </a:solidFill>
              </a:rPr>
              <a:t>Hosting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4206240"/>
            <a:ext cx="2743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Vercel (Frontend)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Render (Backend)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Aiven (Database)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System Architecture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828800" cy="137160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Client Browser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(Vercel)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0" y="228600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REST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---&gt;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0" y="2286000"/>
            <a:ext cx="1828800" cy="137160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 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(Node.js)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Queries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34495E"/>
                </a:solidFill>
              </a:rPr>
              <a:t>---&gt;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1828800" cy="13716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MySQL DB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(Database)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Secure Login System</a:t>
            </a:r>
            <a:endParaRPr lang="en-US" sz="3200" dirty="0"/>
          </a:p>
        </p:txBody>
      </p:sp>
      <p:pic>
        <p:nvPicPr>
          <p:cNvPr id="3" name="Image 0" descr="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4572000" cy="2569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Secure Authentication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Role-Based Access (Admin / Employee)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Database-driven validation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Prevents unauthorized access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Admin Dashboard</a:t>
            </a:r>
            <a:endParaRPr lang="en-US" sz="3200" dirty="0"/>
          </a:p>
        </p:txBody>
      </p:sp>
      <p:pic>
        <p:nvPicPr>
          <p:cNvPr id="3" name="Image 0" descr="admi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4572000" cy="2569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Centralized Control Panel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Manage complete workforce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Track total employee metrics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Responsive Bootstrap Layout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Employee Self-Service Portal</a:t>
            </a:r>
            <a:endParaRPr lang="en-US" sz="3200" dirty="0"/>
          </a:p>
        </p:txBody>
      </p:sp>
      <p:pic>
        <p:nvPicPr>
          <p:cNvPr id="3" name="Image 0" descr="employe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4572000" cy="2569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34495E"/>
                </a:solidFill>
              </a:rPr>
              <a:t>Dedicated personal portal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View job profile securely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Restricted access boundaries</a:t>
            </a:r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Secure session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Backend API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Node.js &amp; Express API:
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• Modular Routing (Auth, Employees)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• Secure RESTful endpoints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• Middleware for JWT Token Verification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• Password hashing using bcryptjs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• CORS enabled for Frontend communication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Database Design (MySQL)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Centralized Cloud Database (Aiven):
</a:t>
            </a:r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• Table 1: `users` (id, name, email, password, role)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• Table 2: `employees` (id, employee_id, name, phone, dept...)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• Foreign Keys for relational integrity</a:t>
            </a:r>
            <a:endParaRPr lang="en-US" sz="22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34495E"/>
                </a:solidFill>
              </a:rPr>
              <a:t>• Prepared Statements to prevent SQL Injection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80B9"/>
                </a:solidFill>
              </a:rPr>
              <a:t>Deployment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Frontend Hosting (Vercel):
</a:t>
            </a:r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Continuous Integration from GitHub
• Global CDN for fast access
</a:t>
            </a:r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Backend Hosting (Render):
</a:t>
            </a:r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Auto-scaling Node.js server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rgbClr val="34495E"/>
                </a:solidFill>
              </a:rPr>
              <a:t>• Environment variable protection (.env)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</a:rPr>
              <a:t>Any Questions?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</a:rPr>
              <a:t>Future Scope: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BDC3C7"/>
                </a:solidFill>
              </a:rPr>
              <a:t>Payroll System Integration • Advanced Attendance Tracking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Prime Vector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Management System Presentation</dc:title>
  <dc:subject>Employee Management System</dc:subject>
  <dc:creator>Monika B</dc:creator>
  <cp:lastModifiedBy>Monika B</cp:lastModifiedBy>
  <cp:revision>1</cp:revision>
  <dcterms:created xsi:type="dcterms:W3CDTF">2026-06-09T17:56:24Z</dcterms:created>
  <dcterms:modified xsi:type="dcterms:W3CDTF">2026-06-09T17:56:24Z</dcterms:modified>
</cp:coreProperties>
</file>