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Employee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Prime Vector Private Limited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Submitted by Monika B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EMPLOYEE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</a:rPr>
              <a:t>Full Stack Web Development Mini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By: Monika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To: Prime Vector Private Limited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What is it?
</a:t>
            </a:r>
            <a:pPr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A comprehensive, modern web-based application designed to manage employee data, streamline administrative tasks, and provide dedicated self-service portals for both Admins and Employees.
</a:t>
            </a:r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Key Benefits:
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Replaces manual record-keeping with automation.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High data security &amp; role-based privacy.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Centralized MySQL database for quick access.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Modules Completed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4495E"/>
                </a:solidFill>
              </a:rPr>
              <a:t> Requirement Analysis &amp; Project Planning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UI/UX Design using HTML, CSS &amp; Bootstrap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Frontend Development with JavaScript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Backend Development using Node.js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Database Design &amp; Integration (MySQL)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Employee Registration &amp; Management Module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Authentication &amp; Role-Based Access Control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Deployment &amp; Cloud Hosting (Vercel)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HTML5, CSS3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Bootstrap, 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Node.js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Express.js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5400"/>
                </a:solidFill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2743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MySQL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Relational DB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</a:rPr>
              <a:t>Hosting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4206240"/>
            <a:ext cx="2743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Vercel (Frontend)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Render (Backend)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System Architecture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Browser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(Vercel)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0" y="22860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REST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---&gt;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2286000"/>
            <a:ext cx="1828800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(Node.js)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Queries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---&gt;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1828800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MySQL DB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(Database)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Secure Login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LOGIN PAGE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Secure Authentication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Role-Based Access (Admin / Employee)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Database-driven validation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Prevents unauthorized access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ADMIN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Centralized Control Panel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Manage complete workforce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Track total employee metrics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Responsive Bootstrap Layout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Employee Self-Service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EMPLOYEE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Dedicated personal portal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View job profile securely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Restricted access boundaries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Secure session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Backend APIs &amp;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Database Tables: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`users` (id, email, password, role)
• `employees` (id, user_id, first_name, last_name, dept)
</a:t>
            </a:r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Node.js Express API: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Secure RESTful endpoints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Password hashing (bcryptjs)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Secure cross-origin requests (CORS)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</a:rPr>
              <a:t>Any 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Future Scope: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Payroll System • Leave Management System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Prime Vector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System Presentation</dc:title>
  <dc:subject>Employee Management System</dc:subject>
  <dc:creator>Monika B</dc:creator>
  <cp:lastModifiedBy>Monika B</cp:lastModifiedBy>
  <cp:revision>1</cp:revision>
  <dcterms:created xsi:type="dcterms:W3CDTF">2026-06-09T03:31:31Z</dcterms:created>
  <dcterms:modified xsi:type="dcterms:W3CDTF">2026-06-09T03:31:31Z</dcterms:modified>
</cp:coreProperties>
</file>