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Employee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Submitted by Monika B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Employee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7FF"/>
                </a:solidFill>
              </a:rPr>
              <a:t>Full Stack Web Development Mini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Submitted By: Monika 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Submitted To: Prime Vector Private Limited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What is it?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 comprehensive web-based application designed to manage employee data, streamline administrative tasks, and provide dedicated portals for both Admins and Employees.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Purpose: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Eliminates manual record-keeping, ensures data accuracy, and facilitates a centralized database for HR operations.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Project Modules &amp; Tasks Completed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Requirement Analysis &amp; Project Planning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UI/UX Design using HTML, CSS &amp; Bootstrap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Frontend Development with JavaScript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Backend Development using Node.js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Database Design &amp; Integration (MySQL)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Employee Registration &amp; Management Module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Authentication &amp; Role-Based Access Control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Testing, Deployment (Vercel)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D4ED8"/>
                </a:solidFill>
              </a:rPr>
              <a:t>Frontend: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HTML5, Vanilla CSS, Bootstrap, JavaScript
</a:t>
            </a:r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Backend: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Node.js, Express.js
</a:t>
            </a:r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Database: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MySQL
</a:t>
            </a:r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Deployment / Hosting: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Vercel (Frontend), Render/Local (Backend)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System Architecture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Client (Browser/Vercel)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 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REST API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 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Backend API (Node.js)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 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MySQL Database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Login &amp; Role-Based Authentication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PASTE LOGIN PAGE SCREENSHOT HERE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Secure Login System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Validates DB credentials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Role-Based Access: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- Admin Portal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- Employee Portal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Admin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PASTE ADMIN DASHBOARD SCREENSHOT HERE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Centralized Control Panel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View total employees count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Manage workforce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Responsive Bootstrap UI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Employee Registration &amp;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PASTE ADD EMPLOYEE SCREENSHOT HERE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CRUD Operations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Secure password hashing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Frontend Validations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Backend DB Updates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Employee Portal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PASTE EMPLOYEE DASHBOARD SCREENSHOT HERE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Dedicated Portal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View personal profile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Restricted access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Secure Logout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Backend APIs &amp; Database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Node.js Express Server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Modular routing, token extraction, CORS enabled.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MySQL Tables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`users` (id, email, password, role)
`employees` (id, user_id, first_name, last_name, salary, etc.)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RESTful Endpoints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Standardized JSON responses for API consumption.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Deployment &amp; Live Link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Frontend Live URL: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https://employee-frontend-liart.vercel.app/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Deployed smoothly on Vercel platform.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Integrated directly with Git repository.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Cross-browser tested (Chrome, Edge, Firefox).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Mobile responsive on diverse devices.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E7FF"/>
                </a:solidFill>
              </a:rPr>
              <a:t>Any 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Future Enhancements: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Payroll &amp; Salary Slip Generation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Leave Management System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Prime Vector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System Presentation</dc:title>
  <dc:subject>Employee Management System</dc:subject>
  <dc:creator>Monika B</dc:creator>
  <cp:lastModifiedBy>Monika B</cp:lastModifiedBy>
  <cp:revision>1</cp:revision>
  <dcterms:created xsi:type="dcterms:W3CDTF">2026-06-09T02:59:00Z</dcterms:created>
  <dcterms:modified xsi:type="dcterms:W3CDTF">2026-06-09T02:59:00Z</dcterms:modified>
</cp:coreProperties>
</file>